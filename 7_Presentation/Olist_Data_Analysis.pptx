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57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0337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266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604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5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29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988279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727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4851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95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30037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412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37247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581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8804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7773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5417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3946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7496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91177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4399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765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60160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1102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0184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6461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749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B059-8761-DA93-1580-CF8DF3BFD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C3429-00F5-84C3-CB48-F4C6BC8127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EA475-2C5C-8256-C402-8049DE56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EDFA7-3919-7072-FBAC-0C446595B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A993C-3D09-E0A3-1D13-21A993EC4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54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FE404-DE97-1887-27A0-62B90644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14CC5-D304-4A9B-4950-00909D9CC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0821B-2F33-2DA3-A3BC-AA4679869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E4758-2541-1FA4-84DC-9FE7FF06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55E077-8985-4E5A-8615-A817F551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31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4E665882-D8D3-40F6-BEAB-8B220B40EA3F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7037BD4-06CB-4E58-BBB0-BF64F5DA53B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8392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0B981D-EB3E-37EF-940B-3E5A54C331C0}"/>
              </a:ext>
            </a:extLst>
          </p:cNvPr>
          <p:cNvSpPr txBox="1"/>
          <p:nvPr/>
        </p:nvSpPr>
        <p:spPr>
          <a:xfrm>
            <a:off x="276046" y="1492370"/>
            <a:ext cx="9126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err="1">
                <a:latin typeface="Arial Rounded MT Bold" panose="020F0704030504030204" pitchFamily="34" charset="0"/>
              </a:rPr>
              <a:t>Olist</a:t>
            </a:r>
            <a:r>
              <a:rPr lang="en-US" sz="5400" dirty="0">
                <a:latin typeface="Arial Rounded MT Bold" panose="020F0704030504030204" pitchFamily="34" charset="0"/>
              </a:rPr>
              <a:t> | E-Commerce Sales </a:t>
            </a:r>
          </a:p>
          <a:p>
            <a:r>
              <a:rPr lang="en-US" sz="5400" dirty="0">
                <a:latin typeface="Arial Rounded MT Bold" panose="020F0704030504030204" pitchFamily="34" charset="0"/>
              </a:rPr>
              <a:t>&amp; Customer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712728-641F-2A20-A35F-D6E61E19648B}"/>
              </a:ext>
            </a:extLst>
          </p:cNvPr>
          <p:cNvSpPr txBox="1"/>
          <p:nvPr/>
        </p:nvSpPr>
        <p:spPr>
          <a:xfrm>
            <a:off x="276046" y="3429000"/>
            <a:ext cx="5953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tifakt Element" panose="020B0503050000020004" pitchFamily="34" charset="0"/>
                <a:ea typeface="Artifakt Element" panose="020B0503050000020004" pitchFamily="34" charset="0"/>
              </a:rPr>
              <a:t>End-to-End Data Analytics Project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0A65C-2E71-E27D-EE0B-DEA6BB29353E}"/>
              </a:ext>
            </a:extLst>
          </p:cNvPr>
          <p:cNvSpPr txBox="1"/>
          <p:nvPr/>
        </p:nvSpPr>
        <p:spPr>
          <a:xfrm>
            <a:off x="4529546" y="4134524"/>
            <a:ext cx="1566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Narrow" panose="020B0606020202030204" pitchFamily="34" charset="0"/>
              </a:rPr>
              <a:t>Rudraksh Gupta</a:t>
            </a:r>
          </a:p>
          <a:p>
            <a:r>
              <a:rPr lang="en-US" dirty="0">
                <a:latin typeface="Arial Narrow" panose="020B0606020202030204" pitchFamily="34" charset="0"/>
              </a:rPr>
              <a:t>MNIT JAIPUR</a:t>
            </a:r>
          </a:p>
        </p:txBody>
      </p:sp>
    </p:spTree>
    <p:extLst>
      <p:ext uri="{BB962C8B-B14F-4D97-AF65-F5344CB8AC3E}">
        <p14:creationId xmlns:p14="http://schemas.microsoft.com/office/powerpoint/2010/main" val="670058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535E26-D288-D487-C0A1-0FC126A4C144}"/>
              </a:ext>
            </a:extLst>
          </p:cNvPr>
          <p:cNvSpPr txBox="1"/>
          <p:nvPr/>
        </p:nvSpPr>
        <p:spPr>
          <a:xfrm>
            <a:off x="983411" y="1190445"/>
            <a:ext cx="2787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</a:rPr>
              <a:t>Business Questions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093E10-FE0E-0444-16D8-D54D5174858C}"/>
              </a:ext>
            </a:extLst>
          </p:cNvPr>
          <p:cNvSpPr txBox="1"/>
          <p:nvPr/>
        </p:nvSpPr>
        <p:spPr>
          <a:xfrm>
            <a:off x="1000798" y="2209966"/>
            <a:ext cx="5759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 Product Category contribute to overall sales ?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4CB274-056F-BC84-D1B3-ADA0271E7CF8}"/>
              </a:ext>
            </a:extLst>
          </p:cNvPr>
          <p:cNvSpPr txBox="1"/>
          <p:nvPr/>
        </p:nvSpPr>
        <p:spPr>
          <a:xfrm>
            <a:off x="1035170" y="2579298"/>
            <a:ext cx="6299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many days does an order take to reach the customer 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C2A52-758E-541A-EB3E-CAEBC88C5242}"/>
              </a:ext>
            </a:extLst>
          </p:cNvPr>
          <p:cNvSpPr txBox="1"/>
          <p:nvPr/>
        </p:nvSpPr>
        <p:spPr>
          <a:xfrm>
            <a:off x="1035170" y="2948630"/>
            <a:ext cx="454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is the Feedback by the customers 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2C94D4-CBB0-1F6D-087E-8581BA8CA005}"/>
              </a:ext>
            </a:extLst>
          </p:cNvPr>
          <p:cNvSpPr txBox="1"/>
          <p:nvPr/>
        </p:nvSpPr>
        <p:spPr>
          <a:xfrm>
            <a:off x="1035170" y="3355373"/>
            <a:ext cx="4761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Customers  making repeat purchases 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0C0DF1-086B-7AC2-D218-E2F572C67B0C}"/>
              </a:ext>
            </a:extLst>
          </p:cNvPr>
          <p:cNvSpPr txBox="1"/>
          <p:nvPr/>
        </p:nvSpPr>
        <p:spPr>
          <a:xfrm>
            <a:off x="1035170" y="3762116"/>
            <a:ext cx="334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do monthly sales vary ?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55F75-17B4-8BA9-43DB-E670151E5472}"/>
              </a:ext>
            </a:extLst>
          </p:cNvPr>
          <p:cNvSpPr txBox="1"/>
          <p:nvPr/>
        </p:nvSpPr>
        <p:spPr>
          <a:xfrm>
            <a:off x="1035170" y="4168859"/>
            <a:ext cx="4373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What % of order are delivered on time 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0892FA-1999-2015-9848-4F059F50635E}"/>
              </a:ext>
            </a:extLst>
          </p:cNvPr>
          <p:cNvSpPr txBox="1"/>
          <p:nvPr/>
        </p:nvSpPr>
        <p:spPr>
          <a:xfrm>
            <a:off x="1041292" y="4538191"/>
            <a:ext cx="46101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Which seller generates the highest sales ?</a:t>
            </a:r>
          </a:p>
        </p:txBody>
      </p:sp>
    </p:spTree>
    <p:extLst>
      <p:ext uri="{BB962C8B-B14F-4D97-AF65-F5344CB8AC3E}">
        <p14:creationId xmlns:p14="http://schemas.microsoft.com/office/powerpoint/2010/main" val="573936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5F742F-366B-9F3B-088E-097A087112CF}"/>
              </a:ext>
            </a:extLst>
          </p:cNvPr>
          <p:cNvSpPr txBox="1"/>
          <p:nvPr/>
        </p:nvSpPr>
        <p:spPr>
          <a:xfrm>
            <a:off x="465826" y="983411"/>
            <a:ext cx="26855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Narrow" panose="020B0606020202030204" pitchFamily="34" charset="0"/>
              </a:rPr>
              <a:t>Data Set &amp; Tools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146474-07FB-875C-23DD-BFA3F0DADBA2}"/>
              </a:ext>
            </a:extLst>
          </p:cNvPr>
          <p:cNvSpPr txBox="1"/>
          <p:nvPr/>
        </p:nvSpPr>
        <p:spPr>
          <a:xfrm>
            <a:off x="638355" y="1915064"/>
            <a:ext cx="452239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 Narrow" panose="020B0606020202030204" pitchFamily="34" charset="0"/>
              </a:rPr>
              <a:t>Olist</a:t>
            </a:r>
            <a:r>
              <a:rPr lang="en-US" sz="2400" dirty="0">
                <a:latin typeface="Arial Narrow" panose="020B0606020202030204" pitchFamily="34" charset="0"/>
              </a:rPr>
              <a:t> Brazilian E-Commerce 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Excel + Power Query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PostgreSQL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SQL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4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 Narrow" panose="020B0606020202030204" pitchFamily="34" charset="0"/>
              </a:rPr>
              <a:t>Power BI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31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08BEF9-53E7-2503-93F1-A5C3DA078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95555"/>
            <a:ext cx="12192000" cy="576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657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250B605-711D-5B98-CC00-E0216E9A4ED3}"/>
              </a:ext>
            </a:extLst>
          </p:cNvPr>
          <p:cNvSpPr txBox="1"/>
          <p:nvPr/>
        </p:nvSpPr>
        <p:spPr>
          <a:xfrm>
            <a:off x="370936" y="759126"/>
            <a:ext cx="7970807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 Narrow" panose="020B0606020202030204" pitchFamily="34" charset="0"/>
              </a:rPr>
              <a:t>SQL Analysis</a:t>
            </a:r>
          </a:p>
          <a:p>
            <a:endParaRPr lang="en-US" b="1" dirty="0"/>
          </a:p>
          <a:p>
            <a:endParaRPr lang="en-US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Joins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Aggregations (SUM, COUNT, AVG)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GROUP BY and ORDER BY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Subqueries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Date &amp; Time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Customer, Category &amp; Seller Analysis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 Narrow" panose="020B0606020202030204" pitchFamily="34" charset="0"/>
              </a:rPr>
              <a:t>Delivery &amp; Review Analysis</a:t>
            </a:r>
          </a:p>
        </p:txBody>
      </p:sp>
    </p:spTree>
    <p:extLst>
      <p:ext uri="{BB962C8B-B14F-4D97-AF65-F5344CB8AC3E}">
        <p14:creationId xmlns:p14="http://schemas.microsoft.com/office/powerpoint/2010/main" val="716681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88424A-643F-9298-BF34-538EF98FD2C9}"/>
              </a:ext>
            </a:extLst>
          </p:cNvPr>
          <p:cNvSpPr txBox="1"/>
          <p:nvPr/>
        </p:nvSpPr>
        <p:spPr>
          <a:xfrm>
            <a:off x="336430" y="224286"/>
            <a:ext cx="1412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</a:rPr>
              <a:t>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DB7223-AF5A-C5C8-4E8E-6DF4B3D9DC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716"/>
            <a:ext cx="12192000" cy="589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65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F80D6F-567D-9E47-183B-EA98D31EDD84}"/>
              </a:ext>
            </a:extLst>
          </p:cNvPr>
          <p:cNvSpPr txBox="1"/>
          <p:nvPr/>
        </p:nvSpPr>
        <p:spPr>
          <a:xfrm>
            <a:off x="396816" y="276045"/>
            <a:ext cx="15279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>
                <a:latin typeface="Arial Narrow" panose="020B0606020202030204" pitchFamily="34" charset="0"/>
              </a:rPr>
              <a:t>Aanalytics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6B1A16-D128-57A8-F3D9-9803358BA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7526"/>
            <a:ext cx="12192000" cy="589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29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BCF703-AD97-1182-3B93-13C14BC13C84}"/>
              </a:ext>
            </a:extLst>
          </p:cNvPr>
          <p:cNvSpPr txBox="1"/>
          <p:nvPr/>
        </p:nvSpPr>
        <p:spPr>
          <a:xfrm>
            <a:off x="327803" y="267419"/>
            <a:ext cx="16578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 Narrow" panose="020B0606020202030204" pitchFamily="34" charset="0"/>
              </a:rPr>
              <a:t>Experience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05815A-2A98-10BA-ECBE-28C67ECA41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716"/>
            <a:ext cx="12191999" cy="589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58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DFD93C-E00B-7AC8-099A-7A066F22A32D}"/>
              </a:ext>
            </a:extLst>
          </p:cNvPr>
          <p:cNvSpPr txBox="1"/>
          <p:nvPr/>
        </p:nvSpPr>
        <p:spPr>
          <a:xfrm>
            <a:off x="431321" y="232913"/>
            <a:ext cx="18443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Narrow" panose="020B0606020202030204" pitchFamily="34" charset="0"/>
              </a:rPr>
              <a:t>KPI’s Used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00CEA1-CD24-6FEE-3772-2E2F199F2831}"/>
              </a:ext>
            </a:extLst>
          </p:cNvPr>
          <p:cNvSpPr txBox="1"/>
          <p:nvPr/>
        </p:nvSpPr>
        <p:spPr>
          <a:xfrm>
            <a:off x="431321" y="1043796"/>
            <a:ext cx="6307432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Total Orders</a:t>
            </a:r>
            <a:r>
              <a:rPr lang="en-US" sz="2000" dirty="0">
                <a:latin typeface="Arial Narrow" panose="020B0606020202030204" pitchFamily="34" charset="0"/>
              </a:rPr>
              <a:t> — Total number of orders placed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Total Customers</a:t>
            </a:r>
            <a:r>
              <a:rPr lang="en-US" sz="2000" dirty="0">
                <a:latin typeface="Arial Narrow" panose="020B0606020202030204" pitchFamily="34" charset="0"/>
              </a:rPr>
              <a:t> — Total number of unique customers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Total Sales</a:t>
            </a:r>
            <a:r>
              <a:rPr lang="en-US" sz="2000" dirty="0">
                <a:latin typeface="Arial Narrow" panose="020B0606020202030204" pitchFamily="34" charset="0"/>
              </a:rPr>
              <a:t> — Total revenue generated from product sales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Freight Value</a:t>
            </a:r>
            <a:r>
              <a:rPr lang="en-US" sz="2000" dirty="0">
                <a:latin typeface="Arial Narrow" panose="020B0606020202030204" pitchFamily="34" charset="0"/>
              </a:rPr>
              <a:t> — Total amount paid for shipping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Products Sold</a:t>
            </a:r>
            <a:r>
              <a:rPr lang="en-US" sz="2000" dirty="0">
                <a:latin typeface="Arial Narrow" panose="020B0606020202030204" pitchFamily="34" charset="0"/>
              </a:rPr>
              <a:t> — Total number of products/items sold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Total Sellers</a:t>
            </a:r>
            <a:r>
              <a:rPr lang="en-US" sz="2000" dirty="0">
                <a:latin typeface="Arial Narrow" panose="020B0606020202030204" pitchFamily="34" charset="0"/>
              </a:rPr>
              <a:t> — Total number of sellers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Total Payments</a:t>
            </a:r>
            <a:r>
              <a:rPr lang="en-US" sz="2000" dirty="0">
                <a:latin typeface="Arial Narrow" panose="020B0606020202030204" pitchFamily="34" charset="0"/>
              </a:rPr>
              <a:t> — Total value of payments received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sz="2000" dirty="0">
              <a:latin typeface="Arial Narrow" panose="020B0606020202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 Narrow" panose="020B0606020202030204" pitchFamily="34" charset="0"/>
              </a:rPr>
              <a:t>AOV (Average Order Value)</a:t>
            </a:r>
            <a:r>
              <a:rPr lang="en-US" sz="2000" dirty="0">
                <a:latin typeface="Arial Narrow" panose="020B0606020202030204" pitchFamily="34" charset="0"/>
              </a:rPr>
              <a:t> — Average sales value per order</a:t>
            </a:r>
          </a:p>
        </p:txBody>
      </p:sp>
    </p:spTree>
    <p:extLst>
      <p:ext uri="{BB962C8B-B14F-4D97-AF65-F5344CB8AC3E}">
        <p14:creationId xmlns:p14="http://schemas.microsoft.com/office/powerpoint/2010/main" val="3839246328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41</TotalTime>
  <Words>195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Arial</vt:lpstr>
      <vt:lpstr>Arial Narrow</vt:lpstr>
      <vt:lpstr>Arial Nova Light</vt:lpstr>
      <vt:lpstr>Arial Rounded MT Bold</vt:lpstr>
      <vt:lpstr>Artifakt Element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rudrakshagupta14@outlook.com</dc:creator>
  <cp:lastModifiedBy>rudrakshagupta14@outlook.com</cp:lastModifiedBy>
  <cp:revision>10</cp:revision>
  <dcterms:created xsi:type="dcterms:W3CDTF">2026-10-03T07:53:38Z</dcterms:created>
  <dcterms:modified xsi:type="dcterms:W3CDTF">2026-10-03T08:34:57Z</dcterms:modified>
</cp:coreProperties>
</file>